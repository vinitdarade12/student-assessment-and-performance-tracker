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v2_1770122968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164592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800" b="1">
                <a:solidFill>
                  <a:srgbClr val="FFFFFF"/>
                </a:solidFill>
                <a:latin typeface="Segoe UI Semibold"/>
              </a:rPr>
              <a:t>Student Assessment &amp; Performance Tracker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0">
                <a:solidFill>
                  <a:srgbClr val="00A3FF"/>
                </a:solidFill>
                <a:latin typeface="Segoe UI"/>
              </a:rPr>
              <a:t>Revolutionizing Educational Insights with Real-Time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v2_1770122968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Market Gap &amp;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38404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8C8C8"/>
                </a:solidFill>
                <a:latin typeface="Segoe UI"/>
              </a:rPr>
              <a:t>THE PROBLEM:</a:t>
            </a:r>
          </a:p>
          <a:p>
            <a:r>
              <a:rPr sz="1800" b="0">
                <a:solidFill>
                  <a:srgbClr val="C8C8C8"/>
                </a:solidFill>
                <a:latin typeface="Segoe UI"/>
              </a:rPr>
              <a:t>• Fragmented student data across multiple papers/systems.</a:t>
            </a:r>
          </a:p>
          <a:p>
            <a:r>
              <a:rPr sz="1800" b="0">
                <a:solidFill>
                  <a:srgbClr val="C8C8C8"/>
                </a:solidFill>
                <a:latin typeface="Segoe UI"/>
              </a:rPr>
              <a:t>• Significant delays in grading and feedback loops.</a:t>
            </a:r>
          </a:p>
          <a:p>
            <a:r>
              <a:rPr sz="1800" b="0">
                <a:solidFill>
                  <a:srgbClr val="C8C8C8"/>
                </a:solidFill>
                <a:latin typeface="Segoe UI"/>
              </a:rPr>
              <a:t>• Low engagement from parents due to lack of transparency.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0" y="128016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00FFB2"/>
                </a:solidFill>
                <a:latin typeface="Segoe UI"/>
              </a:rPr>
              <a:t>OUR INNOVATION:</a:t>
            </a:r>
          </a:p>
          <a:p>
            <a:r>
              <a:rPr sz="1800" b="0">
                <a:solidFill>
                  <a:srgbClr val="00FFB2"/>
                </a:solidFill>
                <a:latin typeface="Segoe UI"/>
              </a:rPr>
              <a:t>• Centralized ecosystem for all assessment touchpoints.</a:t>
            </a:r>
          </a:p>
          <a:p>
            <a:r>
              <a:rPr sz="1800" b="0">
                <a:solidFill>
                  <a:srgbClr val="00FFB2"/>
                </a:solidFill>
                <a:latin typeface="Segoe UI"/>
              </a:rPr>
              <a:t>• Instant multi-channel notifications (Email/SMS).</a:t>
            </a:r>
          </a:p>
          <a:p>
            <a:r>
              <a:rPr sz="1800" b="0">
                <a:solidFill>
                  <a:srgbClr val="00FFB2"/>
                </a:solidFill>
                <a:latin typeface="Segoe UI"/>
              </a:rPr>
              <a:t>• Interactive dashboards for proactive performance monitoring.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v2_1770122968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Core Functional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Segoe UI"/>
              </a:rPr>
              <a:t>MANAGEMENT:</a:t>
            </a:r>
          </a:p>
          <a:p>
            <a:r>
              <a:rPr sz="1800" b="0">
                <a:solidFill>
                  <a:srgbClr val="FFFFFF"/>
                </a:solidFill>
                <a:latin typeface="Segoe UI"/>
              </a:rPr>
              <a:t>• Bulk Student &amp; Faculty Onboarding</a:t>
            </a:r>
          </a:p>
          <a:p>
            <a:r>
              <a:rPr sz="1800" b="0">
                <a:solidFill>
                  <a:srgbClr val="FFFFFF"/>
                </a:solidFill>
                <a:latin typeface="Segoe UI"/>
              </a:rPr>
              <a:t>• Course &amp; Semester Curriculum Mapping</a:t>
            </a:r>
          </a:p>
          <a:p>
            <a:r>
              <a:rPr sz="1800" b="0">
                <a:solidFill>
                  <a:srgbClr val="FFFFFF"/>
                </a:solidFill>
                <a:latin typeface="Segoe UI"/>
              </a:rPr>
              <a:t>• Granular Access Control (RBAC)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FFFFFF"/>
                </a:solidFill>
                <a:latin typeface="Segoe UI"/>
              </a:rPr>
              <a:t>ANALYTICS &amp; ALERTS:</a:t>
            </a:r>
          </a:p>
          <a:p>
            <a:r>
              <a:rPr sz="1800" b="0">
                <a:solidFill>
                  <a:srgbClr val="FFFFFF"/>
                </a:solidFill>
                <a:latin typeface="Segoe UI"/>
              </a:rPr>
              <a:t>• Automated Marks Calculation &amp; CGPA Tracking</a:t>
            </a:r>
          </a:p>
          <a:p>
            <a:r>
              <a:rPr sz="1800" b="0">
                <a:solidFill>
                  <a:srgbClr val="FFFFFF"/>
                </a:solidFill>
                <a:latin typeface="Segoe UI"/>
              </a:rPr>
              <a:t>• Instant Twilio-powered SMS Gateway</a:t>
            </a:r>
          </a:p>
          <a:p>
            <a:r>
              <a:rPr sz="1800" b="0">
                <a:solidFill>
                  <a:srgbClr val="FFFFFF"/>
                </a:solidFill>
                <a:latin typeface="Segoe UI"/>
              </a:rPr>
              <a:t>• High-Speed Excel/CSV Data Processing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v2_1770122968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Full-Stack Technology Architecture</a:t>
            </a:r>
          </a:p>
        </p:txBody>
      </p:sp>
      <p:pic>
        <p:nvPicPr>
          <p:cNvPr id="4" name="Picture 3" descr="ppt_tech_stack_visual_17701225236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097280"/>
            <a:ext cx="2926080" cy="2926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00A3FF"/>
                </a:solidFill>
                <a:latin typeface="Segoe UI"/>
              </a:rPr>
              <a:t>Built with Spring Boot 3, React 18, and .NET Core for high availability and scalability.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v2_1770122968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Robust &amp; Secure Backend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Segoe UI"/>
              </a:rPr>
              <a:t>• Microservices ready: Scalable architecture for large institutions.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Spring Security &amp; JWT: Enterprise-grade authentication protocol.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Data JPA: Optimized query execution for rapid DB retrieval.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Reporting Engine: Specialized .NET service for heavy calculation.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Integrated SMTP: Automated, customizable email templates.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v2_1770122968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Modern &amp; Reactive 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Segoe UI"/>
              </a:rPr>
              <a:t>• Vite-Powered Build: Ultra-fast load times and HMR.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State Optimization: Minimum re-renders for heavy data tables.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Global Styles: Unified, clean, and modern UI/UX design.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Responsive Layouts: Fluid experience from Desktop to Mobile.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Security: Client-side route guarding and secure storage.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v2_1770122968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User Experience Journey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900" b="0">
                <a:solidFill>
                  <a:srgbClr val="FFFFFF"/>
                </a:solidFill>
                <a:latin typeface="Segoe UI"/>
              </a:rPr>
              <a:t>• FACULTY: Simply upload Excel sheets; system handles the rest.</a:t>
            </a:r>
          </a:p>
          <a:p>
            <a:r>
              <a:rPr sz="1900" b="0">
                <a:solidFill>
                  <a:srgbClr val="FFFFFF"/>
                </a:solidFill>
                <a:latin typeface="Segoe UI"/>
              </a:rPr>
              <a:t>• STUDENTS: View visual heatmaps of subject performance.</a:t>
            </a:r>
          </a:p>
          <a:p>
            <a:r>
              <a:rPr sz="1900" b="0">
                <a:solidFill>
                  <a:srgbClr val="FFFFFF"/>
                </a:solidFill>
                <a:latin typeface="Segoe UI"/>
              </a:rPr>
              <a:t>• PARENTS: Receive instant SMS/Email when assessment is finalized.</a:t>
            </a:r>
          </a:p>
          <a:p>
            <a:r>
              <a:rPr sz="1900" b="0">
                <a:solidFill>
                  <a:srgbClr val="FFFFFF"/>
                </a:solidFill>
                <a:latin typeface="Segoe UI"/>
              </a:rPr>
              <a:t>• ADMINS: Monitor entire institution metrics from one birds-eye view.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v2_1770122968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Advanced Reporting &amp; Alerts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Segoe UI"/>
              </a:rPr>
              <a:t>• Multi-Channel Strategy: Email (detailed) and SMS (instant alerts).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Reporting Engine: Generates performance trends and CSV exports.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Reliability: Asynchronous processing ensures no UI blocking.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Flexibility: Easily toggle notification settings per event.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v2_1770122968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 Semibold"/>
              </a:rPr>
              <a:t>Impact &amp; Future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0">
                <a:solidFill>
                  <a:srgbClr val="FFFFFF"/>
                </a:solidFill>
                <a:latin typeface="Segoe UI"/>
              </a:rPr>
              <a:t>• Current Impact: 80% reduction in reporting lead time.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UPCOMING: AI-based 'At-Risk' student identifying system.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UPCOMING: Real-time classroom attendance via QR integration.</a:t>
            </a:r>
          </a:p>
          <a:p>
            <a:r>
              <a:rPr sz="2000" b="0">
                <a:solidFill>
                  <a:srgbClr val="FFFFFF"/>
                </a:solidFill>
                <a:latin typeface="Segoe UI"/>
              </a:rPr>
              <a:t>• UPCOMING: Parent-Teacher meeting scheduling module.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pt_background_v2_17701229686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Segoe UI Semibold"/>
              </a:rPr>
              <a:t>Transforming Education Through Data</a:t>
            </a:r>
          </a:p>
          <a:p>
            <a:pPr algn="ctr"/>
            <a:r>
              <a:rPr sz="4400" b="1">
                <a:solidFill>
                  <a:srgbClr val="FFFFFF"/>
                </a:solidFill>
                <a:latin typeface="Segoe UI Semibold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