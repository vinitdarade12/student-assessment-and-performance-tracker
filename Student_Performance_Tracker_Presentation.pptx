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_1770122506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Student Assessment &amp; Performance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0078D4"/>
                </a:solidFill>
                <a:latin typeface="Segoe UI"/>
              </a:rPr>
              <a:t>A Modern Approach to Educational Excellence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_1770122506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Segoe UI"/>
              </a:rPr>
              <a:t>• Traditional assessment methods are often siloed and delayed.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Lack of real-time visibility into student progress for parents.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Manual grading and reporting are prone to errors and inefficiency.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Solution: A centralized, automated tracker for students, faculty, and parents.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_1770122506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Segoe UI"/>
              </a:rPr>
              <a:t>✔ Real-time Marks Entry &amp;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Segoe UI"/>
              </a:rPr>
              <a:t>✔ Automated Email &amp; SMS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Segoe UI"/>
              </a:rPr>
              <a:t>✔ Comprehensive Student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Segoe UI"/>
              </a:rPr>
              <a:t>✔ Faculty Portal for Efficient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Segoe UI"/>
              </a:rPr>
              <a:t>✔ Performance Trend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_1770122506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Cutting-Edge Tech Stack</a:t>
            </a:r>
          </a:p>
        </p:txBody>
      </p:sp>
      <p:pic>
        <p:nvPicPr>
          <p:cNvPr id="4" name="Picture 3" descr="ppt_tech_stack_visual_17701225236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28016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_1770122506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Robust 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Segoe UI"/>
              </a:rPr>
              <a:t>• Spring Boot: Restful API development &amp; Microservices logic.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Spring Data JPA: Seamless ORM for database interactions.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MySQL: Reliable relational data storage.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Java Mail &amp; Twilio: Integrated notification ecosystem.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Reporting Service: Dedicated .NET Core service for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_1770122506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Responsive Frontend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Segoe UI"/>
              </a:rPr>
              <a:t>• React.js: Dynamic and interactive user interfaces.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Vite: Lightning-fast build and development environment.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Vanilla CSS: Clean, high-performance styling.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State Management: Efficient data flow across components.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Mobile First: Seamless experience across all devices.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_1770122506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User Roles &amp;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Segoe UI"/>
              </a:rPr>
              <a:t>👤 Admin: System configuration and user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Segoe UI"/>
              </a:rPr>
              <a:t>👤 Faculty: Course management and assessment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3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Segoe UI"/>
              </a:rPr>
              <a:t>👤 Student: Performance review and trend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5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Segoe UI"/>
              </a:rPr>
              <a:t>👤 Parent: Real-time progress monitoring &amp;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_1770122506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Automated Notification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Segoe UI"/>
              </a:rPr>
              <a:t>Project implements a multi-channel notification strategy: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Email Notifications: Detailed performance reports to personal boxes.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SMS Alerts: Instant updates on marks and critical events via Twilio.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Bulk Upload Notifications: Automated alerts after Excel/CSV imports.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_1770122506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Conclusion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Segoe UI"/>
              </a:rPr>
              <a:t>• The system significantly improves data transparency and assessment speed.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Future: AI-driven predictive performance analytics.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Future: Detailed attendance tracking integration.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Future: Mobile app versions (iOS/Android) for even better accessibility.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_1770122506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